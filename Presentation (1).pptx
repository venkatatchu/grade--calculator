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77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54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37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13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75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50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60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4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565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16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7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5227E-59EC-48F0-8544-D76419A45C6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612B591-7168-4E9F-BC00-7817C93439A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D9CF89-F733-218A-9346-C3D2AA1ED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05663"/>
              </p:ext>
            </p:extLst>
          </p:nvPr>
        </p:nvGraphicFramePr>
        <p:xfrm>
          <a:off x="383458" y="481780"/>
          <a:ext cx="10992464" cy="507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464">
                  <a:extLst>
                    <a:ext uri="{9D8B030D-6E8A-4147-A177-3AD203B41FA5}">
                      <a16:colId xmlns:a16="http://schemas.microsoft.com/office/drawing/2014/main" val="2683718784"/>
                    </a:ext>
                  </a:extLst>
                </a:gridCol>
              </a:tblGrid>
              <a:tr h="2536723">
                <a:tc>
                  <a:txBody>
                    <a:bodyPr/>
                    <a:lstStyle/>
                    <a:p>
                      <a:endParaRPr lang="en-US" sz="4400" b="1" dirty="0"/>
                    </a:p>
                    <a:p>
                      <a:endParaRPr lang="en-US" sz="4400" b="1" dirty="0"/>
                    </a:p>
                    <a:p>
                      <a:r>
                        <a:rPr lang="en-US" sz="4400" b="1" dirty="0"/>
                        <a:t>Repository name:</a:t>
                      </a:r>
                      <a:r>
                        <a:rPr lang="en-US" sz="4400" dirty="0"/>
                        <a:t> </a:t>
                      </a: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grade-calculator</a:t>
                      </a:r>
                      <a:r>
                        <a:rPr lang="en-US" sz="4400" dirty="0"/>
                        <a:t> </a:t>
                      </a:r>
                      <a:endParaRPr lang="en-IN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362753"/>
                  </a:ext>
                </a:extLst>
              </a:tr>
              <a:tr h="253672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        </a:t>
                      </a:r>
                    </a:p>
                    <a:p>
                      <a:pPr algn="ctr"/>
                      <a:endParaRPr lang="en-US" sz="3600" b="1" dirty="0"/>
                    </a:p>
                    <a:p>
                      <a:pPr algn="ctr"/>
                      <a:r>
                        <a:rPr lang="en-US" sz="3600" b="1" dirty="0"/>
                        <a:t>Description:</a:t>
                      </a:r>
                      <a:r>
                        <a:rPr lang="en-US" sz="3600" dirty="0"/>
                        <a:t> Student Grade Calculator Python Project</a:t>
                      </a:r>
                      <a:endParaRPr lang="en-IN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242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1697-8A6C-68BC-FECA-BB4068490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5F50-1DCB-2157-B224-48702738C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0BA7-B59D-4B09-468C-D1F3EA02A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721"/>
            <a:ext cx="12192000" cy="62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5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B147F0-6875-4FBD-6EDF-DE66927BB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594"/>
            <a:ext cx="11864259" cy="53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1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60D8C-BABF-0114-8BB4-AA5A162CF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9" y="0"/>
            <a:ext cx="1210004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3150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12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atchu venkat</dc:creator>
  <cp:lastModifiedBy>atchu venkat</cp:lastModifiedBy>
  <cp:revision>1</cp:revision>
  <dcterms:created xsi:type="dcterms:W3CDTF">2026-05-23T14:33:16Z</dcterms:created>
  <dcterms:modified xsi:type="dcterms:W3CDTF">2026-05-23T14:33:50Z</dcterms:modified>
</cp:coreProperties>
</file>